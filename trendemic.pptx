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60" r:id="rId3"/>
    <p:sldId id="257" r:id="rId4"/>
    <p:sldId id="261" r:id="rId5"/>
    <p:sldId id="258" r:id="rId6"/>
    <p:sldId id="263" r:id="rId7"/>
    <p:sldId id="262" r:id="rId8"/>
    <p:sldId id="265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5" r:id="rId18"/>
    <p:sldId id="274" r:id="rId19"/>
    <p:sldId id="276" r:id="rId20"/>
    <p:sldId id="277" r:id="rId21"/>
    <p:sldId id="278" r:id="rId22"/>
    <p:sldId id="279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D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428" y="7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558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A271C-8DC8-2DAB-7A3A-9AFD781FC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A6691D-A019-BC8B-A762-35877CBFE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682679-4D87-A5E6-0F9F-BFC636D47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FA942-6D11-B671-679E-AFF4DE8B74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0175C-00C8-396B-1442-93CF23FB8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4D3094-2459-029E-1AC8-78EF9C2F3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516A0C-86CB-AF75-1C3D-ECFD5F838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161F5-CA32-114B-7854-C362AF0CC2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500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4284E-A373-DCAD-7297-95710B1DA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DFDD2-9C81-367D-7A88-E89B0FEA5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B5505-C31F-4940-3F2C-509AC1ACD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34436-1C17-42D2-BE76-7341953811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482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6DBD7-EE84-6E3F-87E4-F5A0E9ED2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1B6CE-2B8C-FDB6-0F07-EDCC8B8D7B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A9F666-F3F7-182F-AF30-C2499AA50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0BA12-1C6D-46E1-5297-F5A2CFD648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7479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F167B-2980-430F-0496-F567E704F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0FBB46-43A5-1BEE-BAF2-E7990FADA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D8F7A-E4B5-DB54-37E3-AF15358B8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295EF-ED1E-3F6A-3497-1302897C5F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63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B3323-ECAD-8858-3510-0BA9F97E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5A63B9-2787-F2F3-DB2D-00A2E467A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F6BAD7-89EF-7084-A778-DDA1A7772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F103D-FB01-5260-3D7C-2402D1930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6749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2211C-0B5D-DF93-722B-DEF25504C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7C597D-82DE-A53A-B94F-8417FA9BB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427863-B8B1-1E81-84DF-2AA25B439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F66DC-5A85-4241-C5A7-EA6AD841CE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1094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758D3-95EF-0FBA-C2CF-9C8FF8AFE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FFD017-8EB5-0BEE-044E-52B21D0ECB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6CAE70-5745-34D0-76D0-BFC8DA848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AEC51-C5D6-5DF1-F676-2399C201A8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88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3AB8-9F6B-022B-D07C-75446D575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965A76-8B63-29BC-ACD5-826AA29AC9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FDA6E5-A137-0708-356B-8A8B92AE7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DC16AA-DDEC-62F4-696A-B5A8C87D51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7997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4BAC5-3541-CD43-4D07-3E3169D2E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147DFA-153E-F5DC-891F-E74891EA0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C2477F-A92D-28DA-890D-34FE3613A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11D97-EDF2-67C5-7E78-46052FCDC8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048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BE5B5-972D-1754-F6BD-129A6C9BD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FA40EB-85EB-04EB-01D7-9A5136B43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F829E8-7747-7263-7F5D-08436AD16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72EE8-06EA-625B-9956-310C697533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1158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FC914-8F7B-C7D5-F0AD-30E19E496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6E9633-BA7E-FD9E-BDAA-8E88C7829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02523C-02C0-D8C3-FB27-F16CB629E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103D0-862E-EA0B-0726-6DBE208CD1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0663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8250F-5C1A-FAE2-7188-13660D0EE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A08B1-8959-FE22-33E4-80C64E08B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12434B-B985-2541-C3C3-F2BBA6111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D6248-62C4-FE0B-F5BA-24D8877288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2019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7F5E5-85DB-1A2E-23D4-5D306BD99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B089D6-B548-5EEB-C0F0-3F30914C4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2CA16-1452-D836-226C-F6BF60B324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4D4F6-D573-BA0D-C71D-73A253E852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0662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5EF72-6E07-FAC9-FD26-312CB22D2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091021-84AA-A498-1D24-DD57A6539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75D15-0EC8-1A9E-8B7C-A24F55D7F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C23D8-E94B-7821-54BC-493A22C80F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0703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F63A4-754A-5657-CDD0-911C094C3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4CB0E3-EEED-1C91-88A8-B35C4D3C6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3407F-21BB-C752-EB91-CBA4EC667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ADBAF-96C1-7676-BA97-295C8CDDDF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4015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B3796-A655-E200-84A7-82E1AA5E1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4EEA1-E762-9E20-CABE-AF436D3EC8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441DC-1194-3E9D-CFD3-650A0E8BA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F2311-AAD9-D61B-2D7E-AD7FDEB9D0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7135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DDBDB-8B1B-5A7D-A939-75BBADDAD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6A51E4-14CC-14C1-222D-9FAA13138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F1E1C3-A8F1-69EF-819F-41D322CD1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D7651-A12A-C958-19C5-E707E743C7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947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85D33-E855-F59E-FE51-5049069AD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4CCC89-2EE6-4BD9-AC83-2F11ACD0A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8E5FD8-18A5-8D5C-BE9F-E6592C2D0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94D5C-F836-9C2A-4AAF-E6FB7595D6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6593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ED36D-3A49-F0E4-23AC-49C2926F0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9C3D13-AEA6-87C0-A461-A3361D795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F502B-B5D3-18AB-19CB-3F049C148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2B41A-AFD5-8863-F3BD-051D8DFF2D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41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0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F2737D0-AB31-31E9-7956-A834704A1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2" y="93326"/>
            <a:ext cx="533446" cy="441998"/>
          </a:xfrm>
          <a:prstGeom prst="rect">
            <a:avLst/>
          </a:prstGeom>
        </p:spPr>
      </p:pic>
      <p:graphicFrame>
        <p:nvGraphicFramePr>
          <p:cNvPr id="11" name="개체 10">
            <a:extLst>
              <a:ext uri="{FF2B5EF4-FFF2-40B4-BE49-F238E27FC236}">
                <a16:creationId xmlns:a16="http://schemas.microsoft.com/office/drawing/2014/main" id="{7150387A-360B-671B-9764-39A12AFA64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454959"/>
              </p:ext>
            </p:extLst>
          </p:nvPr>
        </p:nvGraphicFramePr>
        <p:xfrm>
          <a:off x="742950" y="93326"/>
          <a:ext cx="429611" cy="441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468075" imgH="3568552" progId="">
                  <p:embed/>
                </p:oleObj>
              </mc:Choice>
              <mc:Fallback>
                <p:oleObj r:id="rId4" imgW="3468075" imgH="3568552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2950" y="93326"/>
                        <a:ext cx="429611" cy="4419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49A13178-748D-31C0-8409-4D31C17508F1}"/>
              </a:ext>
            </a:extLst>
          </p:cNvPr>
          <p:cNvGrpSpPr/>
          <p:nvPr/>
        </p:nvGrpSpPr>
        <p:grpSpPr>
          <a:xfrm>
            <a:off x="3004203" y="1594041"/>
            <a:ext cx="4346789" cy="1955418"/>
            <a:chOff x="3004203" y="1626792"/>
            <a:chExt cx="4346789" cy="1955418"/>
          </a:xfrm>
        </p:grpSpPr>
        <p:sp>
          <p:nvSpPr>
            <p:cNvPr id="7" name="TextBox 12"/>
            <p:cNvSpPr/>
            <p:nvPr/>
          </p:nvSpPr>
          <p:spPr>
            <a:xfrm>
              <a:off x="3220780" y="2647949"/>
              <a:ext cx="2906287" cy="2274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ctr">
                <a:lnSpc>
                  <a:spcPts val="1890"/>
                </a:lnSpc>
                <a:buNone/>
              </a:pPr>
              <a:r>
                <a:rPr lang="en-US" sz="1350" dirty="0">
                  <a:solidFill>
                    <a:srgbClr val="EEEEF2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지금 뜨는 유행, 우리 가게에 맞는지까지</a:t>
              </a:r>
              <a:endParaRPr lang="en-US" sz="1350" dirty="0"/>
            </a:p>
          </p:txBody>
        </p:sp>
        <p:sp>
          <p:nvSpPr>
            <p:cNvPr id="9" name="TextBox 14"/>
            <p:cNvSpPr/>
            <p:nvPr/>
          </p:nvSpPr>
          <p:spPr>
            <a:xfrm>
              <a:off x="4052887" y="3002271"/>
              <a:ext cx="1128899" cy="809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lnSpc>
                  <a:spcPts val="638"/>
                </a:lnSpc>
                <a:buNone/>
              </a:pPr>
              <a:r>
                <a:rPr lang="en-US" sz="638" kern="0" spc="38" dirty="0">
                  <a:solidFill>
                    <a:srgbClr val="72728A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Trend + Epidemic</a:t>
              </a:r>
              <a:endParaRPr lang="en-US" sz="638" dirty="0"/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77C03F70-4330-21E9-1947-6063CC287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8556" t="33653" r="18143" b="31032"/>
            <a:stretch>
              <a:fillRect/>
            </a:stretch>
          </p:blipFill>
          <p:spPr>
            <a:xfrm>
              <a:off x="3004203" y="1626792"/>
              <a:ext cx="3226229" cy="944958"/>
            </a:xfrm>
            <a:prstGeom prst="rect">
              <a:avLst/>
            </a:prstGeom>
          </p:spPr>
        </p:pic>
        <p:sp>
          <p:nvSpPr>
            <p:cNvPr id="14" name="TextBox 66">
              <a:extLst>
                <a:ext uri="{FF2B5EF4-FFF2-40B4-BE49-F238E27FC236}">
                  <a16:creationId xmlns:a16="http://schemas.microsoft.com/office/drawing/2014/main" id="{68B0A465-8730-5F5A-ED34-0637D0758BBA}"/>
                </a:ext>
              </a:extLst>
            </p:cNvPr>
            <p:cNvSpPr/>
            <p:nvPr/>
          </p:nvSpPr>
          <p:spPr>
            <a:xfrm>
              <a:off x="3540992" y="3210057"/>
              <a:ext cx="3810000" cy="3721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470"/>
                </a:lnSpc>
              </a:pPr>
              <a:r>
                <a:rPr lang="ko-KR" altLang="en-US" sz="900">
                  <a:solidFill>
                    <a:srgbClr val="EEEEF2">
                      <a:alpha val="75000"/>
                    </a:srgbClr>
                  </a:solidFill>
                  <a:latin typeface="+mn-ea"/>
                  <a:cs typeface="Pretendard" pitchFamily="34" charset="-120"/>
                </a:rPr>
                <a:t>응용소프트웨어공학과 </a:t>
              </a:r>
              <a:r>
                <a:rPr lang="en-US" altLang="ko-KR" sz="900">
                  <a:solidFill>
                    <a:srgbClr val="EEEEF2">
                      <a:alpha val="75000"/>
                    </a:srgbClr>
                  </a:solidFill>
                  <a:latin typeface="+mn-ea"/>
                  <a:cs typeface="Pretendard" pitchFamily="34" charset="-120"/>
                </a:rPr>
                <a:t>20223129 </a:t>
              </a:r>
              <a:r>
                <a:rPr lang="ko-KR" altLang="en-US" sz="900">
                  <a:solidFill>
                    <a:srgbClr val="EEEEF2">
                      <a:alpha val="75000"/>
                    </a:srgbClr>
                  </a:solidFill>
                  <a:latin typeface="+mn-ea"/>
                  <a:cs typeface="Pretendard" pitchFamily="34" charset="-120"/>
                </a:rPr>
                <a:t>김현진</a:t>
              </a:r>
              <a:endParaRPr lang="en-US" altLang="ko-KR" sz="900">
                <a:solidFill>
                  <a:srgbClr val="EEEEF2">
                    <a:alpha val="75000"/>
                  </a:srgbClr>
                </a:solidFill>
                <a:latin typeface="+mn-ea"/>
                <a:cs typeface="Pretendard" pitchFamily="34" charset="-120"/>
              </a:endParaRPr>
            </a:p>
            <a:p>
              <a:pPr>
                <a:lnSpc>
                  <a:spcPts val="1470"/>
                </a:lnSpc>
              </a:pPr>
              <a:r>
                <a:rPr lang="ko-KR" altLang="en-US" sz="900">
                  <a:solidFill>
                    <a:srgbClr val="EEEEF2">
                      <a:alpha val="75000"/>
                    </a:srgbClr>
                  </a:solidFill>
                  <a:latin typeface="+mn-ea"/>
                </a:rPr>
                <a:t>응용소프트웨어공학과 </a:t>
              </a:r>
              <a:r>
                <a:rPr lang="en-US" altLang="ko-KR" sz="900">
                  <a:solidFill>
                    <a:srgbClr val="EEEEF2">
                      <a:alpha val="75000"/>
                    </a:srgbClr>
                  </a:solidFill>
                  <a:latin typeface="+mn-ea"/>
                </a:rPr>
                <a:t>20233044 </a:t>
              </a:r>
              <a:r>
                <a:rPr lang="ko-KR" altLang="en-US" sz="900">
                  <a:solidFill>
                    <a:srgbClr val="EEEEF2">
                      <a:alpha val="75000"/>
                    </a:srgbClr>
                  </a:solidFill>
                  <a:latin typeface="+mn-ea"/>
                </a:rPr>
                <a:t>강민경</a:t>
              </a:r>
              <a:endParaRPr lang="en-US" sz="900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C6865-5291-BE86-8B78-3331A3C79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2">
            <a:extLst>
              <a:ext uri="{FF2B5EF4-FFF2-40B4-BE49-F238E27FC236}">
                <a16:creationId xmlns:a16="http://schemas.microsoft.com/office/drawing/2014/main" id="{F5E5DD0D-36AB-5F3B-26F6-9176C9DDA4F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0"/>
          </a:solidFill>
          <a:ln/>
        </p:spPr>
      </p:sp>
      <p:sp>
        <p:nvSpPr>
          <p:cNvPr id="46" name="TextBox 68">
            <a:extLst>
              <a:ext uri="{FF2B5EF4-FFF2-40B4-BE49-F238E27FC236}">
                <a16:creationId xmlns:a16="http://schemas.microsoft.com/office/drawing/2014/main" id="{E65C4DFC-A04B-E385-12B1-3306993D7F61}"/>
              </a:ext>
            </a:extLst>
          </p:cNvPr>
          <p:cNvSpPr/>
          <p:nvPr/>
        </p:nvSpPr>
        <p:spPr>
          <a:xfrm>
            <a:off x="3679031" y="678879"/>
            <a:ext cx="1785938" cy="513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219"/>
              </a:lnSpc>
              <a:buNone/>
            </a:pPr>
            <a:r>
              <a:rPr lang="ko-KR" altLang="en-US" sz="3375" b="1" kern="0" spc="-84">
                <a:solidFill>
                  <a:srgbClr val="C6FF3D"/>
                </a:solidFill>
                <a:latin typeface="Pretendard" pitchFamily="34" charset="0"/>
              </a:rPr>
              <a:t>문제 제기</a:t>
            </a:r>
            <a:endParaRPr lang="en-US" sz="3375" dirty="0"/>
          </a:p>
        </p:txBody>
      </p:sp>
      <p:sp>
        <p:nvSpPr>
          <p:cNvPr id="56" name="Shape 17">
            <a:extLst>
              <a:ext uri="{FF2B5EF4-FFF2-40B4-BE49-F238E27FC236}">
                <a16:creationId xmlns:a16="http://schemas.microsoft.com/office/drawing/2014/main" id="{A5CC9DE8-F37B-0290-3F74-3E5D242A2DD7}"/>
              </a:ext>
            </a:extLst>
          </p:cNvPr>
          <p:cNvSpPr/>
          <p:nvPr/>
        </p:nvSpPr>
        <p:spPr>
          <a:xfrm>
            <a:off x="4757739" y="1516855"/>
            <a:ext cx="1795463" cy="2269331"/>
          </a:xfrm>
          <a:prstGeom prst="roundRect">
            <a:avLst>
              <a:gd name="adj" fmla="val 1739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8" name="Shape 16">
            <a:extLst>
              <a:ext uri="{FF2B5EF4-FFF2-40B4-BE49-F238E27FC236}">
                <a16:creationId xmlns:a16="http://schemas.microsoft.com/office/drawing/2014/main" id="{B437E791-A05F-0B8C-BA28-762EC3BC8069}"/>
              </a:ext>
            </a:extLst>
          </p:cNvPr>
          <p:cNvSpPr/>
          <p:nvPr/>
        </p:nvSpPr>
        <p:spPr>
          <a:xfrm>
            <a:off x="6905628" y="1516856"/>
            <a:ext cx="1795463" cy="2269330"/>
          </a:xfrm>
          <a:prstGeom prst="roundRect">
            <a:avLst>
              <a:gd name="adj" fmla="val 17391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59" name="Shape 17">
            <a:extLst>
              <a:ext uri="{FF2B5EF4-FFF2-40B4-BE49-F238E27FC236}">
                <a16:creationId xmlns:a16="http://schemas.microsoft.com/office/drawing/2014/main" id="{1AB33472-91B5-31EE-E1B4-AEFCDE9CF1FC}"/>
              </a:ext>
            </a:extLst>
          </p:cNvPr>
          <p:cNvSpPr/>
          <p:nvPr/>
        </p:nvSpPr>
        <p:spPr>
          <a:xfrm>
            <a:off x="528638" y="1516856"/>
            <a:ext cx="1795463" cy="2269331"/>
          </a:xfrm>
          <a:prstGeom prst="roundRect">
            <a:avLst>
              <a:gd name="adj" fmla="val 1739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B3270F21-1EA9-6153-0908-FD8B3378EAAB}"/>
              </a:ext>
            </a:extLst>
          </p:cNvPr>
          <p:cNvSpPr/>
          <p:nvPr/>
        </p:nvSpPr>
        <p:spPr>
          <a:xfrm>
            <a:off x="2676527" y="1516857"/>
            <a:ext cx="1795463" cy="2269330"/>
          </a:xfrm>
          <a:prstGeom prst="roundRect">
            <a:avLst>
              <a:gd name="adj" fmla="val 17391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61" name="화살표: 오른쪽 60">
            <a:extLst>
              <a:ext uri="{FF2B5EF4-FFF2-40B4-BE49-F238E27FC236}">
                <a16:creationId xmlns:a16="http://schemas.microsoft.com/office/drawing/2014/main" id="{B2B63FE2-8ABD-3684-8034-45E6A19658D7}"/>
              </a:ext>
            </a:extLst>
          </p:cNvPr>
          <p:cNvSpPr/>
          <p:nvPr/>
        </p:nvSpPr>
        <p:spPr>
          <a:xfrm>
            <a:off x="2347913" y="2544364"/>
            <a:ext cx="304802" cy="214312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화살표: 오른쪽 62">
            <a:extLst>
              <a:ext uri="{FF2B5EF4-FFF2-40B4-BE49-F238E27FC236}">
                <a16:creationId xmlns:a16="http://schemas.microsoft.com/office/drawing/2014/main" id="{AD2A6580-C9BF-83BC-48FD-48595B9A661D}"/>
              </a:ext>
            </a:extLst>
          </p:cNvPr>
          <p:cNvSpPr/>
          <p:nvPr/>
        </p:nvSpPr>
        <p:spPr>
          <a:xfrm>
            <a:off x="6586541" y="2544364"/>
            <a:ext cx="304802" cy="214312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6">
            <a:extLst>
              <a:ext uri="{FF2B5EF4-FFF2-40B4-BE49-F238E27FC236}">
                <a16:creationId xmlns:a16="http://schemas.microsoft.com/office/drawing/2014/main" id="{1546218B-79F1-D4B1-B7E3-1A05A6DC4045}"/>
              </a:ext>
            </a:extLst>
          </p:cNvPr>
          <p:cNvSpPr/>
          <p:nvPr/>
        </p:nvSpPr>
        <p:spPr>
          <a:xfrm>
            <a:off x="-478631" y="2369615"/>
            <a:ext cx="3810000" cy="563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altLang="ko-KR" sz="1050">
                <a:solidFill>
                  <a:srgbClr val="EEEEF2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</a:t>
            </a:r>
            <a:r>
              <a:rPr lang="ko-KR" altLang="en-US" sz="1050">
                <a:solidFill>
                  <a:srgbClr val="EEEEF2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자주 하시는 분들이라면 </a:t>
            </a:r>
            <a:endParaRPr lang="en-US" altLang="ko-KR" sz="1050">
              <a:solidFill>
                <a:srgbClr val="EEEEF2">
                  <a:alpha val="75000"/>
                </a:srgbClr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algn="ctr">
              <a:lnSpc>
                <a:spcPts val="1470"/>
              </a:lnSpc>
            </a:pPr>
            <a:r>
              <a:rPr lang="ko-KR" altLang="en-US" sz="1050">
                <a:solidFill>
                  <a:srgbClr val="EEEEF2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유행을 쉽게 찾고 </a:t>
            </a:r>
            <a:endParaRPr lang="en-US" altLang="ko-KR" sz="1050">
              <a:solidFill>
                <a:srgbClr val="EEEEF2">
                  <a:alpha val="75000"/>
                </a:srgbClr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algn="ctr">
              <a:lnSpc>
                <a:spcPts val="1470"/>
              </a:lnSpc>
            </a:pPr>
            <a:r>
              <a:rPr lang="ko-KR" altLang="en-US" sz="1050">
                <a:solidFill>
                  <a:srgbClr val="EEEEF2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따라갈 수 있음</a:t>
            </a:r>
            <a:endParaRPr lang="en-US" sz="105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837B31C-AFCE-3C00-B119-DE0A62B77E94}"/>
              </a:ext>
            </a:extLst>
          </p:cNvPr>
          <p:cNvSpPr/>
          <p:nvPr/>
        </p:nvSpPr>
        <p:spPr>
          <a:xfrm>
            <a:off x="1669258" y="2369615"/>
            <a:ext cx="3810000" cy="563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altLang="ko-KR" sz="1050">
                <a:solidFill>
                  <a:srgbClr val="EEEEF2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</a:t>
            </a:r>
            <a:r>
              <a:rPr lang="ko-KR" altLang="en-US" sz="1050">
                <a:solidFill>
                  <a:srgbClr val="EEEEF2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하지 않거나 </a:t>
            </a:r>
            <a:endParaRPr lang="en-US" altLang="ko-KR" sz="1050">
              <a:solidFill>
                <a:srgbClr val="EEEEF2">
                  <a:alpha val="75000"/>
                </a:srgbClr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algn="ctr">
              <a:lnSpc>
                <a:spcPts val="1470"/>
              </a:lnSpc>
            </a:pPr>
            <a:r>
              <a:rPr lang="ko-KR" altLang="en-US" sz="1050">
                <a:solidFill>
                  <a:srgbClr val="EEEEF2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 시간이 없는 사람은</a:t>
            </a:r>
            <a:endParaRPr lang="en-US" altLang="ko-KR" sz="1050">
              <a:solidFill>
                <a:srgbClr val="EEEEF2">
                  <a:alpha val="75000"/>
                </a:srgbClr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algn="ctr">
              <a:lnSpc>
                <a:spcPts val="1470"/>
              </a:lnSpc>
            </a:pPr>
            <a:r>
              <a:rPr lang="ko-KR" altLang="en-US" sz="1050">
                <a:solidFill>
                  <a:srgbClr val="EEEEF2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유행에서 쉽게 소외된다는 뜻</a:t>
            </a:r>
            <a:endParaRPr lang="en-US" sz="1050" dirty="0"/>
          </a:p>
        </p:txBody>
      </p:sp>
      <p:sp>
        <p:nvSpPr>
          <p:cNvPr id="69" name="TextBox 66">
            <a:extLst>
              <a:ext uri="{FF2B5EF4-FFF2-40B4-BE49-F238E27FC236}">
                <a16:creationId xmlns:a16="http://schemas.microsoft.com/office/drawing/2014/main" id="{B6D11984-6CBD-7739-24ED-C162468DF4C5}"/>
              </a:ext>
            </a:extLst>
          </p:cNvPr>
          <p:cNvSpPr/>
          <p:nvPr/>
        </p:nvSpPr>
        <p:spPr>
          <a:xfrm>
            <a:off x="3750470" y="2273434"/>
            <a:ext cx="3810000" cy="756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lang="ko-KR" altLang="en-US" sz="1050">
                <a:solidFill>
                  <a:srgbClr val="EEEEF2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 실시간 검색어로 </a:t>
            </a:r>
            <a:endParaRPr lang="en-US" altLang="ko-KR" sz="1050">
              <a:solidFill>
                <a:srgbClr val="EEEEF2">
                  <a:alpha val="75000"/>
                </a:srgbClr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algn="ctr">
              <a:lnSpc>
                <a:spcPts val="1470"/>
              </a:lnSpc>
            </a:pPr>
            <a:r>
              <a:rPr lang="ko-KR" altLang="en-US" sz="1050">
                <a:solidFill>
                  <a:srgbClr val="EEEEF2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누구나 </a:t>
            </a:r>
            <a:endParaRPr lang="en-US" altLang="ko-KR" sz="1050">
              <a:solidFill>
                <a:srgbClr val="EEEEF2">
                  <a:alpha val="75000"/>
                </a:srgbClr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algn="ctr">
              <a:lnSpc>
                <a:spcPts val="1470"/>
              </a:lnSpc>
            </a:pPr>
            <a:r>
              <a:rPr lang="ko-KR" altLang="en-US" sz="1050">
                <a:solidFill>
                  <a:srgbClr val="EEEEF2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무엇이 뜨는지 </a:t>
            </a:r>
            <a:endParaRPr lang="en-US" altLang="ko-KR" sz="1050">
              <a:solidFill>
                <a:srgbClr val="EEEEF2">
                  <a:alpha val="75000"/>
                </a:srgbClr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algn="ctr">
              <a:lnSpc>
                <a:spcPts val="1470"/>
              </a:lnSpc>
            </a:pPr>
            <a:r>
              <a:rPr lang="ko-KR" altLang="en-US" sz="1050">
                <a:solidFill>
                  <a:srgbClr val="EEEEF2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한눈에 볼 수 있었음</a:t>
            </a:r>
            <a:endParaRPr lang="en-US" sz="1050" dirty="0"/>
          </a:p>
        </p:txBody>
      </p:sp>
      <p:sp>
        <p:nvSpPr>
          <p:cNvPr id="71" name="TextBox 66">
            <a:extLst>
              <a:ext uri="{FF2B5EF4-FFF2-40B4-BE49-F238E27FC236}">
                <a16:creationId xmlns:a16="http://schemas.microsoft.com/office/drawing/2014/main" id="{F953236B-3011-8203-A60B-492A9B43446F}"/>
              </a:ext>
            </a:extLst>
          </p:cNvPr>
          <p:cNvSpPr/>
          <p:nvPr/>
        </p:nvSpPr>
        <p:spPr>
          <a:xfrm>
            <a:off x="5898359" y="2465794"/>
            <a:ext cx="3810000" cy="37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lang="ko-KR" altLang="en-US" sz="1050">
                <a:solidFill>
                  <a:srgbClr val="EEEEF2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지금은 유행이 여러 </a:t>
            </a:r>
            <a:r>
              <a:rPr lang="en-US" altLang="ko-KR" sz="1050">
                <a:solidFill>
                  <a:srgbClr val="EEEEF2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</a:t>
            </a:r>
            <a:r>
              <a:rPr lang="ko-KR" altLang="en-US" sz="1050">
                <a:solidFill>
                  <a:srgbClr val="EEEEF2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</a:t>
            </a:r>
            <a:endParaRPr lang="en-US" altLang="ko-KR" sz="1050">
              <a:solidFill>
                <a:srgbClr val="EEEEF2">
                  <a:alpha val="75000"/>
                </a:srgbClr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algn="ctr">
              <a:lnSpc>
                <a:spcPts val="1470"/>
              </a:lnSpc>
            </a:pPr>
            <a:r>
              <a:rPr lang="ko-KR" altLang="en-US" sz="1050">
                <a:solidFill>
                  <a:srgbClr val="EEEEF2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흩어져 있음</a:t>
            </a:r>
            <a:endParaRPr lang="en-US" sz="1050" dirty="0"/>
          </a:p>
        </p:txBody>
      </p:sp>
      <p:sp>
        <p:nvSpPr>
          <p:cNvPr id="73" name="TextBox 68">
            <a:extLst>
              <a:ext uri="{FF2B5EF4-FFF2-40B4-BE49-F238E27FC236}">
                <a16:creationId xmlns:a16="http://schemas.microsoft.com/office/drawing/2014/main" id="{718FB8E5-FF2D-658B-9CEE-888BAF927BC0}"/>
              </a:ext>
            </a:extLst>
          </p:cNvPr>
          <p:cNvSpPr/>
          <p:nvPr/>
        </p:nvSpPr>
        <p:spPr>
          <a:xfrm>
            <a:off x="2912271" y="4020649"/>
            <a:ext cx="6117430" cy="469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19"/>
              </a:lnSpc>
            </a:pPr>
            <a:r>
              <a:rPr lang="en-US" altLang="ko-KR" sz="2000" kern="0" spc="-84">
                <a:solidFill>
                  <a:srgbClr val="FF3D8B"/>
                </a:solidFill>
                <a:latin typeface="Pretendard" pitchFamily="34" charset="0"/>
              </a:rPr>
              <a:t>"</a:t>
            </a:r>
            <a:r>
              <a:rPr lang="ko-KR" altLang="en-US" sz="2000" kern="0" spc="-84">
                <a:solidFill>
                  <a:srgbClr val="FF3D8B"/>
                </a:solidFill>
                <a:latin typeface="Pretendard" pitchFamily="34" charset="0"/>
              </a:rPr>
              <a:t>유행을 따라가기 어려운 사람들</a:t>
            </a:r>
            <a:r>
              <a:rPr lang="en-US" altLang="ko-KR" sz="2000" kern="0" spc="-84">
                <a:solidFill>
                  <a:srgbClr val="FF3D8B"/>
                </a:solidFill>
                <a:latin typeface="Pretendard" pitchFamily="34" charset="0"/>
              </a:rPr>
              <a:t>"</a:t>
            </a:r>
            <a:endParaRPr lang="en-US" sz="2000" dirty="0">
              <a:solidFill>
                <a:srgbClr val="FF3D8B"/>
              </a:solidFill>
            </a:endParaRPr>
          </a:p>
        </p:txBody>
      </p:sp>
      <p:pic>
        <p:nvPicPr>
          <p:cNvPr id="75" name="그림 74">
            <a:extLst>
              <a:ext uri="{FF2B5EF4-FFF2-40B4-BE49-F238E27FC236}">
                <a16:creationId xmlns:a16="http://schemas.microsoft.com/office/drawing/2014/main" id="{0B0B1582-3D82-E0BC-FD85-CC6B90417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75" y="4477194"/>
            <a:ext cx="6000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620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">
            <a:extLst>
              <a:ext uri="{FF2B5EF4-FFF2-40B4-BE49-F238E27FC236}">
                <a16:creationId xmlns:a16="http://schemas.microsoft.com/office/drawing/2014/main" id="{6C4E0428-3511-C7F8-0FD1-02E7F33FDD0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0"/>
          </a:solidFill>
          <a:ln/>
        </p:spPr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AF5E8CCB-80C5-1B60-1569-14BC0B455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75" y="4477194"/>
            <a:ext cx="600075" cy="600075"/>
          </a:xfrm>
          <a:prstGeom prst="rect">
            <a:avLst/>
          </a:prstGeom>
        </p:spPr>
      </p:pic>
      <p:sp>
        <p:nvSpPr>
          <p:cNvPr id="46" name="TextBox 66">
            <a:extLst>
              <a:ext uri="{FF2B5EF4-FFF2-40B4-BE49-F238E27FC236}">
                <a16:creationId xmlns:a16="http://schemas.microsoft.com/office/drawing/2014/main" id="{6C024F50-FBC7-5ACE-136B-128384A85452}"/>
              </a:ext>
            </a:extLst>
          </p:cNvPr>
          <p:cNvSpPr/>
          <p:nvPr/>
        </p:nvSpPr>
        <p:spPr>
          <a:xfrm>
            <a:off x="4276725" y="1697124"/>
            <a:ext cx="3810000" cy="211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2000">
                <a:solidFill>
                  <a:srgbClr val="EEEEF2">
                    <a:alpha val="75000"/>
                  </a:srgbClr>
                </a:solidFill>
                <a:latin typeface="Pretendard" pitchFamily="34" charset="0"/>
                <a:ea typeface="Pretendard" pitchFamily="34" charset="-122"/>
              </a:rPr>
              <a:t>Target</a:t>
            </a:r>
          </a:p>
        </p:txBody>
      </p:sp>
      <p:sp>
        <p:nvSpPr>
          <p:cNvPr id="48" name="TextBox 68">
            <a:extLst>
              <a:ext uri="{FF2B5EF4-FFF2-40B4-BE49-F238E27FC236}">
                <a16:creationId xmlns:a16="http://schemas.microsoft.com/office/drawing/2014/main" id="{D7C64E3C-7633-8F59-05C1-930B442CD252}"/>
              </a:ext>
            </a:extLst>
          </p:cNvPr>
          <p:cNvSpPr/>
          <p:nvPr/>
        </p:nvSpPr>
        <p:spPr>
          <a:xfrm>
            <a:off x="3038475" y="2368108"/>
            <a:ext cx="3810000" cy="599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219"/>
              </a:lnSpc>
              <a:buNone/>
            </a:pPr>
            <a:r>
              <a:rPr lang="ko-KR" altLang="en-US" sz="6000" b="1" kern="0" spc="-84">
                <a:solidFill>
                  <a:srgbClr val="C6FF3D"/>
                </a:solidFill>
                <a:latin typeface="Pretendard" pitchFamily="34" charset="0"/>
              </a:rPr>
              <a:t>소상공인</a:t>
            </a:r>
            <a:endParaRPr lang="en-US" sz="6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A3E23-FE0D-82CC-CAE2-61FAD70B5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">
            <a:extLst>
              <a:ext uri="{FF2B5EF4-FFF2-40B4-BE49-F238E27FC236}">
                <a16:creationId xmlns:a16="http://schemas.microsoft.com/office/drawing/2014/main" id="{3DC46BF3-7A50-9C99-8B51-475FFB13A93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0"/>
          </a:solidFill>
          <a:ln/>
        </p:spPr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D6AEF2CE-248C-E605-AD88-B1812B9C4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75" y="4477194"/>
            <a:ext cx="600075" cy="6000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A5612CB-35D9-1DD5-1D87-2B5DE0491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458" y="0"/>
            <a:ext cx="642708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671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E1D19-2B2E-C3CA-FF2C-16A81F64A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C158CB8B-510E-C497-1F79-D5FF0D11F26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0"/>
          </a:solidFill>
          <a:ln/>
        </p:spPr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1AAF83E9-5D6D-86F0-461A-373895DCA6F4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0"/>
          </a:solidFill>
          <a:ln/>
        </p:spPr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CDCE8470-ABED-335A-3788-8B3A964E8B63}"/>
              </a:ext>
            </a:extLst>
          </p:cNvPr>
          <p:cNvSpPr/>
          <p:nvPr/>
        </p:nvSpPr>
        <p:spPr>
          <a:xfrm>
            <a:off x="476250" y="1554956"/>
            <a:ext cx="3905250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88"/>
              </a:lnSpc>
              <a:buNone/>
            </a:pPr>
            <a:r>
              <a:rPr lang="en-US" sz="488" b="1" kern="0" spc="68" dirty="0">
                <a:solidFill>
                  <a:srgbClr val="72728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소상공인 대표자 연령 분포</a:t>
            </a:r>
            <a:endParaRPr lang="en-US" sz="488" dirty="0"/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911C3F0E-B82C-6B70-BA1F-0CD99F671DF7}"/>
              </a:ext>
            </a:extLst>
          </p:cNvPr>
          <p:cNvSpPr/>
          <p:nvPr/>
        </p:nvSpPr>
        <p:spPr>
          <a:xfrm>
            <a:off x="476250" y="1933575"/>
            <a:ext cx="514350" cy="80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638"/>
              </a:lnSpc>
              <a:buNone/>
            </a:pPr>
            <a:r>
              <a:rPr lang="en-US" sz="638" b="1" dirty="0">
                <a:solidFill>
                  <a:srgbClr val="7272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20대 이하</a:t>
            </a:r>
            <a:endParaRPr lang="en-US" sz="638" dirty="0"/>
          </a:p>
        </p:txBody>
      </p:sp>
      <p:sp>
        <p:nvSpPr>
          <p:cNvPr id="6" name="Shape 16">
            <a:extLst>
              <a:ext uri="{FF2B5EF4-FFF2-40B4-BE49-F238E27FC236}">
                <a16:creationId xmlns:a16="http://schemas.microsoft.com/office/drawing/2014/main" id="{75FC7216-EFF0-BA78-6D8A-5D588D87D413}"/>
              </a:ext>
            </a:extLst>
          </p:cNvPr>
          <p:cNvSpPr/>
          <p:nvPr/>
        </p:nvSpPr>
        <p:spPr>
          <a:xfrm>
            <a:off x="1066800" y="1864519"/>
            <a:ext cx="2914650" cy="219075"/>
          </a:xfrm>
          <a:prstGeom prst="roundRect">
            <a:avLst>
              <a:gd name="adj" fmla="val 17391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Shape 17">
            <a:extLst>
              <a:ext uri="{FF2B5EF4-FFF2-40B4-BE49-F238E27FC236}">
                <a16:creationId xmlns:a16="http://schemas.microsoft.com/office/drawing/2014/main" id="{253BA35D-4B4B-DA29-D932-40099B4CA9FF}"/>
              </a:ext>
            </a:extLst>
          </p:cNvPr>
          <p:cNvSpPr/>
          <p:nvPr/>
        </p:nvSpPr>
        <p:spPr>
          <a:xfrm>
            <a:off x="1066800" y="1864519"/>
            <a:ext cx="441350" cy="219075"/>
          </a:xfrm>
          <a:prstGeom prst="roundRect">
            <a:avLst>
              <a:gd name="adj" fmla="val 1739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C2EB754D-A54C-CD04-C6F8-CFEDF90657D0}"/>
              </a:ext>
            </a:extLst>
          </p:cNvPr>
          <p:cNvSpPr/>
          <p:nvPr/>
        </p:nvSpPr>
        <p:spPr>
          <a:xfrm>
            <a:off x="4057650" y="1935956"/>
            <a:ext cx="3238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600"/>
              </a:lnSpc>
              <a:buNone/>
            </a:pPr>
            <a:r>
              <a:rPr lang="en-US" sz="600" b="1" dirty="0">
                <a:solidFill>
                  <a:srgbClr val="72728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5.3%</a:t>
            </a:r>
            <a:endParaRPr lang="en-US" sz="600" dirty="0"/>
          </a:p>
        </p:txBody>
      </p:sp>
      <p:sp>
        <p:nvSpPr>
          <p:cNvPr id="9" name="TextBox 24">
            <a:extLst>
              <a:ext uri="{FF2B5EF4-FFF2-40B4-BE49-F238E27FC236}">
                <a16:creationId xmlns:a16="http://schemas.microsoft.com/office/drawing/2014/main" id="{1AA892F5-D405-FE05-7E02-A0B4DE6BCF4D}"/>
              </a:ext>
            </a:extLst>
          </p:cNvPr>
          <p:cNvSpPr/>
          <p:nvPr/>
        </p:nvSpPr>
        <p:spPr>
          <a:xfrm>
            <a:off x="476250" y="2257425"/>
            <a:ext cx="514350" cy="80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638"/>
              </a:lnSpc>
              <a:buNone/>
            </a:pPr>
            <a:r>
              <a:rPr lang="en-US" sz="638" b="1" dirty="0">
                <a:solidFill>
                  <a:srgbClr val="7272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30대</a:t>
            </a:r>
            <a:endParaRPr lang="en-US" sz="638" dirty="0"/>
          </a:p>
        </p:txBody>
      </p:sp>
      <p:sp>
        <p:nvSpPr>
          <p:cNvPr id="10" name="Shape 26">
            <a:extLst>
              <a:ext uri="{FF2B5EF4-FFF2-40B4-BE49-F238E27FC236}">
                <a16:creationId xmlns:a16="http://schemas.microsoft.com/office/drawing/2014/main" id="{97C0DAD5-5A22-AB18-9908-82EC970D4A20}"/>
              </a:ext>
            </a:extLst>
          </p:cNvPr>
          <p:cNvSpPr/>
          <p:nvPr/>
        </p:nvSpPr>
        <p:spPr>
          <a:xfrm>
            <a:off x="1066800" y="2188369"/>
            <a:ext cx="2914650" cy="219075"/>
          </a:xfrm>
          <a:prstGeom prst="roundRect">
            <a:avLst>
              <a:gd name="adj" fmla="val 17391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11" name="Shape 27">
            <a:extLst>
              <a:ext uri="{FF2B5EF4-FFF2-40B4-BE49-F238E27FC236}">
                <a16:creationId xmlns:a16="http://schemas.microsoft.com/office/drawing/2014/main" id="{253E3825-0C3F-46DF-D326-05E36B24967F}"/>
              </a:ext>
            </a:extLst>
          </p:cNvPr>
          <p:cNvSpPr/>
          <p:nvPr/>
        </p:nvSpPr>
        <p:spPr>
          <a:xfrm>
            <a:off x="1066800" y="2188369"/>
            <a:ext cx="1374018" cy="219075"/>
          </a:xfrm>
          <a:prstGeom prst="roundRect">
            <a:avLst>
              <a:gd name="adj" fmla="val 1739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Box 29">
            <a:extLst>
              <a:ext uri="{FF2B5EF4-FFF2-40B4-BE49-F238E27FC236}">
                <a16:creationId xmlns:a16="http://schemas.microsoft.com/office/drawing/2014/main" id="{73BBDE01-5E6C-0DAB-84CB-1DED312FD585}"/>
              </a:ext>
            </a:extLst>
          </p:cNvPr>
          <p:cNvSpPr/>
          <p:nvPr/>
        </p:nvSpPr>
        <p:spPr>
          <a:xfrm>
            <a:off x="4057650" y="2259806"/>
            <a:ext cx="3238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600"/>
              </a:lnSpc>
              <a:buNone/>
            </a:pPr>
            <a:r>
              <a:rPr lang="en-US" sz="600" b="1" dirty="0">
                <a:solidFill>
                  <a:srgbClr val="72728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16.5%</a:t>
            </a:r>
            <a:endParaRPr lang="en-US" sz="600" dirty="0"/>
          </a:p>
        </p:txBody>
      </p:sp>
      <p:sp>
        <p:nvSpPr>
          <p:cNvPr id="13" name="TextBox 34">
            <a:extLst>
              <a:ext uri="{FF2B5EF4-FFF2-40B4-BE49-F238E27FC236}">
                <a16:creationId xmlns:a16="http://schemas.microsoft.com/office/drawing/2014/main" id="{0CA9DC3A-4F2B-4A1A-4537-EEF582CFDC17}"/>
              </a:ext>
            </a:extLst>
          </p:cNvPr>
          <p:cNvSpPr/>
          <p:nvPr/>
        </p:nvSpPr>
        <p:spPr>
          <a:xfrm>
            <a:off x="476250" y="2581275"/>
            <a:ext cx="514350" cy="80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638"/>
              </a:lnSpc>
              <a:buNone/>
            </a:pPr>
            <a:r>
              <a:rPr lang="en-US" sz="638" b="1" dirty="0">
                <a:solidFill>
                  <a:srgbClr val="7272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40대</a:t>
            </a:r>
            <a:endParaRPr lang="en-US" sz="638" dirty="0"/>
          </a:p>
        </p:txBody>
      </p:sp>
      <p:sp>
        <p:nvSpPr>
          <p:cNvPr id="14" name="Shape 36">
            <a:extLst>
              <a:ext uri="{FF2B5EF4-FFF2-40B4-BE49-F238E27FC236}">
                <a16:creationId xmlns:a16="http://schemas.microsoft.com/office/drawing/2014/main" id="{8EBAFB26-886E-F30B-ED58-E72882A08EE7}"/>
              </a:ext>
            </a:extLst>
          </p:cNvPr>
          <p:cNvSpPr/>
          <p:nvPr/>
        </p:nvSpPr>
        <p:spPr>
          <a:xfrm>
            <a:off x="1066800" y="2512219"/>
            <a:ext cx="2914650" cy="219075"/>
          </a:xfrm>
          <a:prstGeom prst="roundRect">
            <a:avLst>
              <a:gd name="adj" fmla="val 17391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15" name="Shape 37">
            <a:extLst>
              <a:ext uri="{FF2B5EF4-FFF2-40B4-BE49-F238E27FC236}">
                <a16:creationId xmlns:a16="http://schemas.microsoft.com/office/drawing/2014/main" id="{ACC46BDC-723F-3C03-D67D-0BBF3C8B6078}"/>
              </a:ext>
            </a:extLst>
          </p:cNvPr>
          <p:cNvSpPr/>
          <p:nvPr/>
        </p:nvSpPr>
        <p:spPr>
          <a:xfrm>
            <a:off x="1066800" y="2512219"/>
            <a:ext cx="2323356" cy="219075"/>
          </a:xfrm>
          <a:prstGeom prst="roundRect">
            <a:avLst>
              <a:gd name="adj" fmla="val 1739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TextBox 39">
            <a:extLst>
              <a:ext uri="{FF2B5EF4-FFF2-40B4-BE49-F238E27FC236}">
                <a16:creationId xmlns:a16="http://schemas.microsoft.com/office/drawing/2014/main" id="{4BC2A46B-9EF7-B5A0-AF20-E017593C3EAD}"/>
              </a:ext>
            </a:extLst>
          </p:cNvPr>
          <p:cNvSpPr/>
          <p:nvPr/>
        </p:nvSpPr>
        <p:spPr>
          <a:xfrm>
            <a:off x="4057650" y="2583656"/>
            <a:ext cx="3238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600"/>
              </a:lnSpc>
              <a:buNone/>
            </a:pPr>
            <a:r>
              <a:rPr lang="en-US" sz="600" b="1" dirty="0">
                <a:solidFill>
                  <a:srgbClr val="72728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27.9%</a:t>
            </a:r>
            <a:endParaRPr lang="en-US" sz="600" dirty="0"/>
          </a:p>
        </p:txBody>
      </p:sp>
      <p:sp>
        <p:nvSpPr>
          <p:cNvPr id="17" name="Shape 42">
            <a:extLst>
              <a:ext uri="{FF2B5EF4-FFF2-40B4-BE49-F238E27FC236}">
                <a16:creationId xmlns:a16="http://schemas.microsoft.com/office/drawing/2014/main" id="{6CB14BD0-C2CA-566E-9D13-283DB884B381}"/>
              </a:ext>
            </a:extLst>
          </p:cNvPr>
          <p:cNvSpPr/>
          <p:nvPr/>
        </p:nvSpPr>
        <p:spPr>
          <a:xfrm>
            <a:off x="419100" y="2836069"/>
            <a:ext cx="4019550" cy="276225"/>
          </a:xfrm>
          <a:prstGeom prst="roundRect">
            <a:avLst>
              <a:gd name="adj" fmla="val 17241"/>
            </a:avLst>
          </a:prstGeom>
          <a:solidFill>
            <a:srgbClr val="FFFFFF">
              <a:alpha val="2400"/>
            </a:srgbClr>
          </a:solidFill>
          <a:ln/>
        </p:spPr>
      </p:sp>
      <p:sp>
        <p:nvSpPr>
          <p:cNvPr id="18" name="TextBox 44">
            <a:extLst>
              <a:ext uri="{FF2B5EF4-FFF2-40B4-BE49-F238E27FC236}">
                <a16:creationId xmlns:a16="http://schemas.microsoft.com/office/drawing/2014/main" id="{B68CD198-7294-1613-83F9-AA1EB94DD745}"/>
              </a:ext>
            </a:extLst>
          </p:cNvPr>
          <p:cNvSpPr/>
          <p:nvPr/>
        </p:nvSpPr>
        <p:spPr>
          <a:xfrm>
            <a:off x="476250" y="2933700"/>
            <a:ext cx="514350" cy="80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638"/>
              </a:lnSpc>
              <a:buNone/>
            </a:pPr>
            <a:r>
              <a:rPr lang="en-US" sz="638" b="1" dirty="0">
                <a:solidFill>
                  <a:srgbClr val="EEEE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50대</a:t>
            </a:r>
            <a:endParaRPr lang="en-US" sz="638" dirty="0"/>
          </a:p>
        </p:txBody>
      </p:sp>
      <p:sp>
        <p:nvSpPr>
          <p:cNvPr id="19" name="Shape 46">
            <a:extLst>
              <a:ext uri="{FF2B5EF4-FFF2-40B4-BE49-F238E27FC236}">
                <a16:creationId xmlns:a16="http://schemas.microsoft.com/office/drawing/2014/main" id="{311C6816-98F4-DAD8-EE80-6860EB6B579A}"/>
              </a:ext>
            </a:extLst>
          </p:cNvPr>
          <p:cNvSpPr/>
          <p:nvPr/>
        </p:nvSpPr>
        <p:spPr>
          <a:xfrm>
            <a:off x="1066800" y="2864644"/>
            <a:ext cx="2914650" cy="219075"/>
          </a:xfrm>
          <a:prstGeom prst="roundRect">
            <a:avLst>
              <a:gd name="adj" fmla="val 17391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20" name="Shape 47">
            <a:extLst>
              <a:ext uri="{FF2B5EF4-FFF2-40B4-BE49-F238E27FC236}">
                <a16:creationId xmlns:a16="http://schemas.microsoft.com/office/drawing/2014/main" id="{1ECB20AA-D9C8-8021-F72A-821FB3F4BB30}"/>
              </a:ext>
            </a:extLst>
          </p:cNvPr>
          <p:cNvSpPr/>
          <p:nvPr/>
        </p:nvSpPr>
        <p:spPr>
          <a:xfrm>
            <a:off x="1066800" y="2864644"/>
            <a:ext cx="2548235" cy="219075"/>
          </a:xfrm>
          <a:prstGeom prst="roundRect">
            <a:avLst>
              <a:gd name="adj" fmla="val 17391"/>
            </a:avLst>
          </a:prstGeom>
          <a:solidFill>
            <a:srgbClr val="C6FF3D"/>
          </a:solidFill>
          <a:ln/>
        </p:spPr>
      </p:sp>
      <p:sp>
        <p:nvSpPr>
          <p:cNvPr id="21" name="TextBox 49">
            <a:extLst>
              <a:ext uri="{FF2B5EF4-FFF2-40B4-BE49-F238E27FC236}">
                <a16:creationId xmlns:a16="http://schemas.microsoft.com/office/drawing/2014/main" id="{97B831AC-03C4-30C1-DBDB-EAD423F65F98}"/>
              </a:ext>
            </a:extLst>
          </p:cNvPr>
          <p:cNvSpPr/>
          <p:nvPr/>
        </p:nvSpPr>
        <p:spPr>
          <a:xfrm>
            <a:off x="4057650" y="2936081"/>
            <a:ext cx="3238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600"/>
              </a:lnSpc>
              <a:buNone/>
            </a:pPr>
            <a:r>
              <a:rPr lang="en-US" sz="600" b="1" dirty="0">
                <a:solidFill>
                  <a:srgbClr val="EEEEF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30.6%</a:t>
            </a:r>
            <a:endParaRPr lang="en-US" sz="600" dirty="0"/>
          </a:p>
        </p:txBody>
      </p:sp>
      <p:sp>
        <p:nvSpPr>
          <p:cNvPr id="22" name="Shape 52">
            <a:extLst>
              <a:ext uri="{FF2B5EF4-FFF2-40B4-BE49-F238E27FC236}">
                <a16:creationId xmlns:a16="http://schemas.microsoft.com/office/drawing/2014/main" id="{5BD915CF-A885-E3C4-CDD2-44FA5673DF82}"/>
              </a:ext>
            </a:extLst>
          </p:cNvPr>
          <p:cNvSpPr/>
          <p:nvPr/>
        </p:nvSpPr>
        <p:spPr>
          <a:xfrm>
            <a:off x="419100" y="3217069"/>
            <a:ext cx="4019550" cy="276225"/>
          </a:xfrm>
          <a:prstGeom prst="roundRect">
            <a:avLst>
              <a:gd name="adj" fmla="val 17241"/>
            </a:avLst>
          </a:prstGeom>
          <a:solidFill>
            <a:srgbClr val="FFFFFF">
              <a:alpha val="2400"/>
            </a:srgbClr>
          </a:solidFill>
          <a:ln/>
        </p:spPr>
      </p:sp>
      <p:sp>
        <p:nvSpPr>
          <p:cNvPr id="23" name="TextBox 54">
            <a:extLst>
              <a:ext uri="{FF2B5EF4-FFF2-40B4-BE49-F238E27FC236}">
                <a16:creationId xmlns:a16="http://schemas.microsoft.com/office/drawing/2014/main" id="{9197D134-9F6B-1F7E-80D4-DDFFE616B5EC}"/>
              </a:ext>
            </a:extLst>
          </p:cNvPr>
          <p:cNvSpPr/>
          <p:nvPr/>
        </p:nvSpPr>
        <p:spPr>
          <a:xfrm>
            <a:off x="476250" y="3314700"/>
            <a:ext cx="514350" cy="80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638"/>
              </a:lnSpc>
              <a:buNone/>
            </a:pPr>
            <a:r>
              <a:rPr lang="en-US" sz="638" b="1" dirty="0">
                <a:solidFill>
                  <a:srgbClr val="EEEE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60대 이상</a:t>
            </a:r>
            <a:endParaRPr lang="en-US" sz="638" dirty="0"/>
          </a:p>
        </p:txBody>
      </p:sp>
      <p:sp>
        <p:nvSpPr>
          <p:cNvPr id="24" name="Shape 56">
            <a:extLst>
              <a:ext uri="{FF2B5EF4-FFF2-40B4-BE49-F238E27FC236}">
                <a16:creationId xmlns:a16="http://schemas.microsoft.com/office/drawing/2014/main" id="{18587F9F-E30B-D823-C43A-EF9608F3E73F}"/>
              </a:ext>
            </a:extLst>
          </p:cNvPr>
          <p:cNvSpPr/>
          <p:nvPr/>
        </p:nvSpPr>
        <p:spPr>
          <a:xfrm>
            <a:off x="1066800" y="3245644"/>
            <a:ext cx="2914650" cy="219075"/>
          </a:xfrm>
          <a:prstGeom prst="roundRect">
            <a:avLst>
              <a:gd name="adj" fmla="val 17391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25" name="Shape 57">
            <a:extLst>
              <a:ext uri="{FF2B5EF4-FFF2-40B4-BE49-F238E27FC236}">
                <a16:creationId xmlns:a16="http://schemas.microsoft.com/office/drawing/2014/main" id="{92CF19A9-BC5A-2F00-7560-BC02B9B9DBFE}"/>
              </a:ext>
            </a:extLst>
          </p:cNvPr>
          <p:cNvSpPr/>
          <p:nvPr/>
        </p:nvSpPr>
        <p:spPr>
          <a:xfrm>
            <a:off x="1066800" y="3245644"/>
            <a:ext cx="1640495" cy="219075"/>
          </a:xfrm>
          <a:prstGeom prst="roundRect">
            <a:avLst>
              <a:gd name="adj" fmla="val 17391"/>
            </a:avLst>
          </a:prstGeom>
          <a:solidFill>
            <a:srgbClr val="FF3D8B"/>
          </a:solidFill>
          <a:ln/>
        </p:spPr>
      </p:sp>
      <p:sp>
        <p:nvSpPr>
          <p:cNvPr id="26" name="TextBox 59">
            <a:extLst>
              <a:ext uri="{FF2B5EF4-FFF2-40B4-BE49-F238E27FC236}">
                <a16:creationId xmlns:a16="http://schemas.microsoft.com/office/drawing/2014/main" id="{A7868BBA-A96F-D30A-51CA-FB509E912AFD}"/>
              </a:ext>
            </a:extLst>
          </p:cNvPr>
          <p:cNvSpPr/>
          <p:nvPr/>
        </p:nvSpPr>
        <p:spPr>
          <a:xfrm>
            <a:off x="4057650" y="3317081"/>
            <a:ext cx="3238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600"/>
              </a:lnSpc>
              <a:buNone/>
            </a:pPr>
            <a:r>
              <a:rPr lang="en-US" sz="600" b="1" dirty="0">
                <a:solidFill>
                  <a:srgbClr val="EEEEF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19.7%</a:t>
            </a:r>
            <a:endParaRPr lang="en-US" sz="600" dirty="0"/>
          </a:p>
        </p:txBody>
      </p:sp>
      <p:sp>
        <p:nvSpPr>
          <p:cNvPr id="27" name="TextBox 66">
            <a:extLst>
              <a:ext uri="{FF2B5EF4-FFF2-40B4-BE49-F238E27FC236}">
                <a16:creationId xmlns:a16="http://schemas.microsoft.com/office/drawing/2014/main" id="{70C76A42-42E3-1E80-F71F-80A116B6CA3E}"/>
              </a:ext>
            </a:extLst>
          </p:cNvPr>
          <p:cNvSpPr/>
          <p:nvPr/>
        </p:nvSpPr>
        <p:spPr>
          <a:xfrm>
            <a:off x="4857750" y="1539962"/>
            <a:ext cx="3810000" cy="186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EEEEF2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 절반가량이</a:t>
            </a:r>
            <a:endParaRPr lang="en-US" sz="1050" dirty="0"/>
          </a:p>
        </p:txBody>
      </p:sp>
      <p:sp>
        <p:nvSpPr>
          <p:cNvPr id="28" name="TextBox 68">
            <a:extLst>
              <a:ext uri="{FF2B5EF4-FFF2-40B4-BE49-F238E27FC236}">
                <a16:creationId xmlns:a16="http://schemas.microsoft.com/office/drawing/2014/main" id="{5B3B9245-311A-3434-1372-16657162ED0F}"/>
              </a:ext>
            </a:extLst>
          </p:cNvPr>
          <p:cNvSpPr/>
          <p:nvPr/>
        </p:nvSpPr>
        <p:spPr>
          <a:xfrm>
            <a:off x="4857750" y="1774254"/>
            <a:ext cx="3810000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219"/>
              </a:lnSpc>
              <a:buNone/>
            </a:pPr>
            <a:r>
              <a:rPr lang="en-US" sz="3375" b="1" kern="0" spc="-84" dirty="0">
                <a:solidFill>
                  <a:srgbClr val="C6FF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50대 이상</a:t>
            </a:r>
            <a:endParaRPr lang="en-US" sz="3375" dirty="0"/>
          </a:p>
        </p:txBody>
      </p:sp>
      <p:sp>
        <p:nvSpPr>
          <p:cNvPr id="29" name="Shape 72">
            <a:extLst>
              <a:ext uri="{FF2B5EF4-FFF2-40B4-BE49-F238E27FC236}">
                <a16:creationId xmlns:a16="http://schemas.microsoft.com/office/drawing/2014/main" id="{7E1695AF-51D9-9ACB-8A74-853798F563F4}"/>
              </a:ext>
            </a:extLst>
          </p:cNvPr>
          <p:cNvSpPr/>
          <p:nvPr/>
        </p:nvSpPr>
        <p:spPr>
          <a:xfrm>
            <a:off x="4857750" y="2614836"/>
            <a:ext cx="3810000" cy="403845"/>
          </a:xfrm>
          <a:prstGeom prst="roundRect">
            <a:avLst>
              <a:gd name="adj" fmla="val 18869"/>
            </a:avLst>
          </a:prstGeom>
          <a:solidFill>
            <a:srgbClr val="1C1C27"/>
          </a:solidFill>
          <a:ln w="4763">
            <a:solidFill>
              <a:srgbClr val="28283A"/>
            </a:solidFill>
            <a:prstDash val="solid"/>
          </a:ln>
        </p:spPr>
      </p:sp>
      <p:sp>
        <p:nvSpPr>
          <p:cNvPr id="30" name="TextBox 74">
            <a:extLst>
              <a:ext uri="{FF2B5EF4-FFF2-40B4-BE49-F238E27FC236}">
                <a16:creationId xmlns:a16="http://schemas.microsoft.com/office/drawing/2014/main" id="{0291FEB3-5E18-7AFE-6A68-4504381B41E9}"/>
              </a:ext>
            </a:extLst>
          </p:cNvPr>
          <p:cNvSpPr/>
          <p:nvPr/>
        </p:nvSpPr>
        <p:spPr>
          <a:xfrm>
            <a:off x="5005388" y="2752465"/>
            <a:ext cx="326231" cy="128588"/>
          </a:xfrm>
          <a:prstGeom prst="roundRect">
            <a:avLst>
              <a:gd name="adj" fmla="val 22222"/>
            </a:avLst>
          </a:prstGeom>
          <a:noFill/>
          <a:ln w="4763">
            <a:solidFill>
              <a:srgbClr val="28283A"/>
            </a:solidFill>
            <a:prstDash val="solid"/>
          </a:ln>
        </p:spPr>
        <p:txBody>
          <a:bodyPr wrap="none" lIns="47625" tIns="33337" rIns="47625" bIns="33337" rtlCol="0" anchor="t">
            <a:spAutoFit/>
          </a:bodyPr>
          <a:lstStyle/>
          <a:p>
            <a:pPr marL="0" indent="0" algn="l">
              <a:lnSpc>
                <a:spcPts val="413"/>
              </a:lnSpc>
              <a:buNone/>
            </a:pPr>
            <a:r>
              <a:rPr lang="en-US" sz="413" b="1" kern="0" spc="41" dirty="0">
                <a:solidFill>
                  <a:srgbClr val="72728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목표 01</a:t>
            </a:r>
            <a:endParaRPr lang="en-US" sz="413" dirty="0"/>
          </a:p>
        </p:txBody>
      </p:sp>
      <p:sp>
        <p:nvSpPr>
          <p:cNvPr id="31" name="TextBox 76">
            <a:extLst>
              <a:ext uri="{FF2B5EF4-FFF2-40B4-BE49-F238E27FC236}">
                <a16:creationId xmlns:a16="http://schemas.microsoft.com/office/drawing/2014/main" id="{91106461-DD42-37BB-B6D7-9E6D80FC5CD1}"/>
              </a:ext>
            </a:extLst>
          </p:cNvPr>
          <p:cNvSpPr/>
          <p:nvPr/>
        </p:nvSpPr>
        <p:spPr>
          <a:xfrm>
            <a:off x="5426869" y="2743423"/>
            <a:ext cx="1699645" cy="14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EEE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마케팅 비용·시간을 줄이며 사업 성장</a:t>
            </a:r>
            <a:endParaRPr lang="en-US" sz="825" dirty="0"/>
          </a:p>
        </p:txBody>
      </p:sp>
      <p:sp>
        <p:nvSpPr>
          <p:cNvPr id="32" name="Shape 79">
            <a:extLst>
              <a:ext uri="{FF2B5EF4-FFF2-40B4-BE49-F238E27FC236}">
                <a16:creationId xmlns:a16="http://schemas.microsoft.com/office/drawing/2014/main" id="{E19D6419-F4B5-C226-6149-F5FEEEF18F80}"/>
              </a:ext>
            </a:extLst>
          </p:cNvPr>
          <p:cNvSpPr/>
          <p:nvPr/>
        </p:nvSpPr>
        <p:spPr>
          <a:xfrm>
            <a:off x="4857750" y="3104406"/>
            <a:ext cx="3810000" cy="403845"/>
          </a:xfrm>
          <a:prstGeom prst="roundRect">
            <a:avLst>
              <a:gd name="adj" fmla="val 18869"/>
            </a:avLst>
          </a:prstGeom>
          <a:solidFill>
            <a:srgbClr val="1C1C27"/>
          </a:solidFill>
          <a:ln w="4763">
            <a:solidFill>
              <a:srgbClr val="28283A"/>
            </a:solidFill>
            <a:prstDash val="solid"/>
          </a:ln>
        </p:spPr>
      </p:sp>
      <p:sp>
        <p:nvSpPr>
          <p:cNvPr id="33" name="TextBox 81">
            <a:extLst>
              <a:ext uri="{FF2B5EF4-FFF2-40B4-BE49-F238E27FC236}">
                <a16:creationId xmlns:a16="http://schemas.microsoft.com/office/drawing/2014/main" id="{831E4183-7DAF-D3FC-ADA3-471208152D8B}"/>
              </a:ext>
            </a:extLst>
          </p:cNvPr>
          <p:cNvSpPr/>
          <p:nvPr/>
        </p:nvSpPr>
        <p:spPr>
          <a:xfrm>
            <a:off x="5005388" y="3242035"/>
            <a:ext cx="326231" cy="128588"/>
          </a:xfrm>
          <a:prstGeom prst="roundRect">
            <a:avLst>
              <a:gd name="adj" fmla="val 22222"/>
            </a:avLst>
          </a:prstGeom>
          <a:noFill/>
          <a:ln w="4763">
            <a:solidFill>
              <a:srgbClr val="28283A"/>
            </a:solidFill>
            <a:prstDash val="solid"/>
          </a:ln>
        </p:spPr>
        <p:txBody>
          <a:bodyPr wrap="none" lIns="47625" tIns="33337" rIns="47625" bIns="33337" rtlCol="0" anchor="t">
            <a:spAutoFit/>
          </a:bodyPr>
          <a:lstStyle/>
          <a:p>
            <a:pPr marL="0" indent="0" algn="l">
              <a:lnSpc>
                <a:spcPts val="413"/>
              </a:lnSpc>
              <a:buNone/>
            </a:pPr>
            <a:r>
              <a:rPr lang="en-US" sz="413" b="1" kern="0" spc="41" dirty="0">
                <a:solidFill>
                  <a:srgbClr val="72728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목표 02</a:t>
            </a:r>
            <a:endParaRPr lang="en-US" sz="413" dirty="0"/>
          </a:p>
        </p:txBody>
      </p:sp>
      <p:sp>
        <p:nvSpPr>
          <p:cNvPr id="34" name="TextBox 83">
            <a:extLst>
              <a:ext uri="{FF2B5EF4-FFF2-40B4-BE49-F238E27FC236}">
                <a16:creationId xmlns:a16="http://schemas.microsoft.com/office/drawing/2014/main" id="{64FA8DD5-388F-B029-9A51-4599FA4837D8}"/>
              </a:ext>
            </a:extLst>
          </p:cNvPr>
          <p:cNvSpPr/>
          <p:nvPr/>
        </p:nvSpPr>
        <p:spPr>
          <a:xfrm>
            <a:off x="5426869" y="3232993"/>
            <a:ext cx="1169874" cy="14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EEE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세대 간 유행 격차 해소</a:t>
            </a:r>
            <a:endParaRPr lang="en-US" sz="825" dirty="0"/>
          </a:p>
        </p:txBody>
      </p:sp>
      <p:sp>
        <p:nvSpPr>
          <p:cNvPr id="35" name="TextBox 88">
            <a:extLst>
              <a:ext uri="{FF2B5EF4-FFF2-40B4-BE49-F238E27FC236}">
                <a16:creationId xmlns:a16="http://schemas.microsoft.com/office/drawing/2014/main" id="{CF00D057-8004-6A31-D2F7-0ABD71DFE4A6}"/>
              </a:ext>
            </a:extLst>
          </p:cNvPr>
          <p:cNvSpPr/>
          <p:nvPr/>
        </p:nvSpPr>
        <p:spPr>
          <a:xfrm>
            <a:off x="476250" y="4876800"/>
            <a:ext cx="819150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50"/>
              </a:lnSpc>
              <a:buNone/>
            </a:pPr>
            <a:r>
              <a:rPr lang="en-US" sz="450" kern="0" spc="9" dirty="0">
                <a:solidFill>
                  <a:srgbClr val="72728A">
                    <a:alpha val="70000"/>
                  </a:srgbClr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출처: 통계청·중소벤처기업부 2022 소상공인실태조사</a:t>
            </a:r>
            <a:endParaRPr lang="en-US" sz="450" dirty="0"/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48C2909E-3366-0C7A-A5EE-593B2F59D1F0}"/>
              </a:ext>
            </a:extLst>
          </p:cNvPr>
          <p:cNvSpPr/>
          <p:nvPr/>
        </p:nvSpPr>
        <p:spPr>
          <a:xfrm>
            <a:off x="342900" y="247650"/>
            <a:ext cx="8021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50"/>
              </a:lnSpc>
              <a:buNone/>
            </a:pPr>
            <a:r>
              <a:rPr lang="en-US" sz="450" b="1" kern="0" spc="72" dirty="0">
                <a:solidFill>
                  <a:srgbClr val="72728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05</a:t>
            </a:r>
            <a:endParaRPr lang="en-US" sz="450" dirty="0"/>
          </a:p>
        </p:txBody>
      </p:sp>
    </p:spTree>
    <p:extLst>
      <p:ext uri="{BB962C8B-B14F-4D97-AF65-F5344CB8AC3E}">
        <p14:creationId xmlns:p14="http://schemas.microsoft.com/office/powerpoint/2010/main" val="890536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49A0F-1304-CE83-FAE8-B66A1E685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">
            <a:extLst>
              <a:ext uri="{FF2B5EF4-FFF2-40B4-BE49-F238E27FC236}">
                <a16:creationId xmlns:a16="http://schemas.microsoft.com/office/drawing/2014/main" id="{479FF03A-D57A-C95F-E7FC-24B24B083F6C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0"/>
          </a:solidFill>
          <a:ln/>
        </p:spPr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79B12D62-2484-3755-8552-182FA11C9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75" y="4477194"/>
            <a:ext cx="600075" cy="600075"/>
          </a:xfrm>
          <a:prstGeom prst="rect">
            <a:avLst/>
          </a:prstGeom>
        </p:spPr>
      </p:pic>
      <p:sp>
        <p:nvSpPr>
          <p:cNvPr id="48" name="TextBox 68">
            <a:extLst>
              <a:ext uri="{FF2B5EF4-FFF2-40B4-BE49-F238E27FC236}">
                <a16:creationId xmlns:a16="http://schemas.microsoft.com/office/drawing/2014/main" id="{42F7210B-5B45-2EC8-D6A8-699B035C7D37}"/>
              </a:ext>
            </a:extLst>
          </p:cNvPr>
          <p:cNvSpPr/>
          <p:nvPr/>
        </p:nvSpPr>
        <p:spPr>
          <a:xfrm>
            <a:off x="2667000" y="2378778"/>
            <a:ext cx="3810000" cy="599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219"/>
              </a:lnSpc>
              <a:buNone/>
            </a:pPr>
            <a:r>
              <a:rPr lang="ko-KR" altLang="en-US" sz="6000" b="1" kern="0" spc="-84">
                <a:solidFill>
                  <a:srgbClr val="C6FF3D"/>
                </a:solidFill>
                <a:latin typeface="Pretendard" pitchFamily="34" charset="0"/>
              </a:rPr>
              <a:t>시연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834796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57DD4-780A-BD14-90D0-D2D9C57EE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">
            <a:extLst>
              <a:ext uri="{FF2B5EF4-FFF2-40B4-BE49-F238E27FC236}">
                <a16:creationId xmlns:a16="http://schemas.microsoft.com/office/drawing/2014/main" id="{E00C79CA-F0D0-4C91-2799-3F056CB0094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0"/>
          </a:solidFill>
          <a:ln/>
        </p:spPr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99922C6A-61A4-FDEA-8DD1-BA9DF039C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75" y="4477194"/>
            <a:ext cx="600075" cy="6000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E9BCED3-1528-399B-FFB0-5981695D2E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87"/>
          <a:stretch>
            <a:fillRect/>
          </a:stretch>
        </p:blipFill>
        <p:spPr>
          <a:xfrm>
            <a:off x="2108810" y="33115"/>
            <a:ext cx="4926380" cy="5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461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E031C-55D4-C830-5CD1-0972BAE7E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">
            <a:extLst>
              <a:ext uri="{FF2B5EF4-FFF2-40B4-BE49-F238E27FC236}">
                <a16:creationId xmlns:a16="http://schemas.microsoft.com/office/drawing/2014/main" id="{64E1037D-9AE0-4527-1CB9-827E0842CFC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0"/>
          </a:solidFill>
          <a:ln/>
        </p:spPr>
      </p:sp>
      <p:sp>
        <p:nvSpPr>
          <p:cNvPr id="48" name="TextBox 68">
            <a:extLst>
              <a:ext uri="{FF2B5EF4-FFF2-40B4-BE49-F238E27FC236}">
                <a16:creationId xmlns:a16="http://schemas.microsoft.com/office/drawing/2014/main" id="{491D5F68-71DF-D615-E002-D1201AD60DB4}"/>
              </a:ext>
            </a:extLst>
          </p:cNvPr>
          <p:cNvSpPr/>
          <p:nvPr/>
        </p:nvSpPr>
        <p:spPr>
          <a:xfrm>
            <a:off x="2667000" y="2378778"/>
            <a:ext cx="3810000" cy="599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219"/>
              </a:lnSpc>
              <a:buNone/>
            </a:pPr>
            <a:r>
              <a:rPr lang="ko-KR" altLang="en-US" sz="6000" b="1" kern="0" spc="-84">
                <a:solidFill>
                  <a:srgbClr val="C6FF3D"/>
                </a:solidFill>
                <a:latin typeface="Pretendard" pitchFamily="34" charset="0"/>
              </a:rPr>
              <a:t>시연</a:t>
            </a:r>
            <a:endParaRPr lang="en-US" sz="6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0BD7BC-7878-2406-F5FC-EB9735ACD4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44" r="1632"/>
          <a:stretch>
            <a:fillRect/>
          </a:stretch>
        </p:blipFill>
        <p:spPr>
          <a:xfrm>
            <a:off x="595312" y="0"/>
            <a:ext cx="8143875" cy="5143500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5BD87EF0-E76C-F5D9-0F77-0D639BFA3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6775" y="4477194"/>
            <a:ext cx="6000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596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F4BA9-1F9C-F71E-2EA5-86FFB9915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">
            <a:extLst>
              <a:ext uri="{FF2B5EF4-FFF2-40B4-BE49-F238E27FC236}">
                <a16:creationId xmlns:a16="http://schemas.microsoft.com/office/drawing/2014/main" id="{E6279F5E-6FD7-4AC7-3253-D609F34567A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0"/>
          </a:solidFill>
          <a:ln/>
        </p:spPr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1F1C3B61-06A9-9A1D-C7D4-230B4F228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75" y="4477194"/>
            <a:ext cx="600075" cy="600075"/>
          </a:xfrm>
          <a:prstGeom prst="rect">
            <a:avLst/>
          </a:prstGeom>
        </p:spPr>
      </p:pic>
      <p:sp>
        <p:nvSpPr>
          <p:cNvPr id="48" name="TextBox 68">
            <a:extLst>
              <a:ext uri="{FF2B5EF4-FFF2-40B4-BE49-F238E27FC236}">
                <a16:creationId xmlns:a16="http://schemas.microsoft.com/office/drawing/2014/main" id="{D4E78F86-A5D9-BE8A-7D90-1F55DF57D899}"/>
              </a:ext>
            </a:extLst>
          </p:cNvPr>
          <p:cNvSpPr/>
          <p:nvPr/>
        </p:nvSpPr>
        <p:spPr>
          <a:xfrm>
            <a:off x="2667000" y="2378778"/>
            <a:ext cx="3810000" cy="599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219"/>
              </a:lnSpc>
              <a:buNone/>
            </a:pPr>
            <a:r>
              <a:rPr lang="ko-KR" altLang="en-US" sz="6000" b="1" kern="0" spc="-84">
                <a:solidFill>
                  <a:srgbClr val="C6FF3D"/>
                </a:solidFill>
                <a:latin typeface="Pretendard" pitchFamily="34" charset="0"/>
              </a:rPr>
              <a:t>시연</a:t>
            </a:r>
            <a:endParaRPr lang="en-US" sz="6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5E969E4-41B5-9A7A-57EA-4AC573ED98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5741"/>
          <a:stretch>
            <a:fillRect/>
          </a:stretch>
        </p:blipFill>
        <p:spPr>
          <a:xfrm>
            <a:off x="584576" y="469015"/>
            <a:ext cx="7974847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42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C93F2-688D-B330-2BDD-387E1E49B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">
            <a:extLst>
              <a:ext uri="{FF2B5EF4-FFF2-40B4-BE49-F238E27FC236}">
                <a16:creationId xmlns:a16="http://schemas.microsoft.com/office/drawing/2014/main" id="{6897123E-F802-3454-F887-E2E4588EC97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0"/>
          </a:solidFill>
          <a:ln/>
        </p:spPr>
      </p:sp>
      <p:sp>
        <p:nvSpPr>
          <p:cNvPr id="48" name="TextBox 68">
            <a:extLst>
              <a:ext uri="{FF2B5EF4-FFF2-40B4-BE49-F238E27FC236}">
                <a16:creationId xmlns:a16="http://schemas.microsoft.com/office/drawing/2014/main" id="{255F68BB-B0A8-EBCF-551D-037A04C54081}"/>
              </a:ext>
            </a:extLst>
          </p:cNvPr>
          <p:cNvSpPr/>
          <p:nvPr/>
        </p:nvSpPr>
        <p:spPr>
          <a:xfrm>
            <a:off x="2667000" y="2378778"/>
            <a:ext cx="3810000" cy="599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219"/>
              </a:lnSpc>
              <a:buNone/>
            </a:pPr>
            <a:r>
              <a:rPr lang="ko-KR" altLang="en-US" sz="6000" b="1" kern="0" spc="-84">
                <a:solidFill>
                  <a:srgbClr val="C6FF3D"/>
                </a:solidFill>
                <a:latin typeface="Pretendard" pitchFamily="34" charset="0"/>
              </a:rPr>
              <a:t>시연</a:t>
            </a:r>
            <a:endParaRPr lang="en-US" sz="6000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73C376B4-9C37-1A43-4B0B-690797A74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75" y="4477194"/>
            <a:ext cx="600075" cy="6000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6D06E92-DA43-FBB3-C41D-46B44883C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916" y="0"/>
            <a:ext cx="677216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066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82351-9C98-0632-9252-BCEE96C25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">
            <a:extLst>
              <a:ext uri="{FF2B5EF4-FFF2-40B4-BE49-F238E27FC236}">
                <a16:creationId xmlns:a16="http://schemas.microsoft.com/office/drawing/2014/main" id="{F0EE1820-8677-D5AA-989D-A03ACB8CCE1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0"/>
          </a:solidFill>
          <a:ln/>
        </p:spPr>
      </p:sp>
      <p:sp>
        <p:nvSpPr>
          <p:cNvPr id="48" name="TextBox 68">
            <a:extLst>
              <a:ext uri="{FF2B5EF4-FFF2-40B4-BE49-F238E27FC236}">
                <a16:creationId xmlns:a16="http://schemas.microsoft.com/office/drawing/2014/main" id="{08C30706-8365-3F19-BE75-05DB3492C227}"/>
              </a:ext>
            </a:extLst>
          </p:cNvPr>
          <p:cNvSpPr/>
          <p:nvPr/>
        </p:nvSpPr>
        <p:spPr>
          <a:xfrm>
            <a:off x="2667000" y="2378778"/>
            <a:ext cx="3810000" cy="599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219"/>
              </a:lnSpc>
              <a:buNone/>
            </a:pPr>
            <a:r>
              <a:rPr lang="ko-KR" altLang="en-US" sz="6000" b="1" kern="0" spc="-84">
                <a:solidFill>
                  <a:srgbClr val="C6FF3D"/>
                </a:solidFill>
                <a:latin typeface="Pretendard" pitchFamily="34" charset="0"/>
              </a:rPr>
              <a:t>시연</a:t>
            </a:r>
            <a:endParaRPr lang="en-US" sz="6000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461C545A-451A-1E2C-B556-767E38298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75" y="4477194"/>
            <a:ext cx="600075" cy="6000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4D2FB8B-0383-EE26-DC5F-5DBF5F6EC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00" y="0"/>
            <a:ext cx="89748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763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6CE6-AB2A-BDA5-5E16-10FF7DFB4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">
            <a:extLst>
              <a:ext uri="{FF2B5EF4-FFF2-40B4-BE49-F238E27FC236}">
                <a16:creationId xmlns:a16="http://schemas.microsoft.com/office/drawing/2014/main" id="{474CAFFC-A60E-EAAA-F0F0-6905E49129C4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0"/>
          </a:solidFill>
          <a:ln/>
        </p:spPr>
      </p:sp>
      <p:sp>
        <p:nvSpPr>
          <p:cNvPr id="48" name="TextBox 68">
            <a:extLst>
              <a:ext uri="{FF2B5EF4-FFF2-40B4-BE49-F238E27FC236}">
                <a16:creationId xmlns:a16="http://schemas.microsoft.com/office/drawing/2014/main" id="{2E5433D0-FAC2-86CC-F63D-A3851C9DD22A}"/>
              </a:ext>
            </a:extLst>
          </p:cNvPr>
          <p:cNvSpPr/>
          <p:nvPr/>
        </p:nvSpPr>
        <p:spPr>
          <a:xfrm>
            <a:off x="2667000" y="2378778"/>
            <a:ext cx="3810000" cy="599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219"/>
              </a:lnSpc>
              <a:buNone/>
            </a:pPr>
            <a:r>
              <a:rPr lang="ko-KR" altLang="en-US" sz="6000" b="1" kern="0" spc="-84">
                <a:solidFill>
                  <a:srgbClr val="C6FF3D"/>
                </a:solidFill>
                <a:latin typeface="Pretendard" pitchFamily="34" charset="0"/>
              </a:rPr>
              <a:t>시연</a:t>
            </a:r>
            <a:endParaRPr lang="en-US" sz="6000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1962EC89-9A02-D698-D03B-E81686E79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75" y="4477194"/>
            <a:ext cx="600075" cy="6000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2ED5DE8-C27B-5618-0F5C-4D4CE728A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28" y="0"/>
            <a:ext cx="762254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739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40B3F-5FA9-4553-9269-B6A3CCFFE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">
            <a:extLst>
              <a:ext uri="{FF2B5EF4-FFF2-40B4-BE49-F238E27FC236}">
                <a16:creationId xmlns:a16="http://schemas.microsoft.com/office/drawing/2014/main" id="{2C3D67E1-3695-80C7-DF06-457D837903B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0"/>
          </a:solidFill>
          <a:ln/>
        </p:spPr>
      </p:sp>
      <p:sp>
        <p:nvSpPr>
          <p:cNvPr id="48" name="TextBox 68">
            <a:extLst>
              <a:ext uri="{FF2B5EF4-FFF2-40B4-BE49-F238E27FC236}">
                <a16:creationId xmlns:a16="http://schemas.microsoft.com/office/drawing/2014/main" id="{AC616D39-7DC9-5F8D-A1F7-0A12E5495461}"/>
              </a:ext>
            </a:extLst>
          </p:cNvPr>
          <p:cNvSpPr/>
          <p:nvPr/>
        </p:nvSpPr>
        <p:spPr>
          <a:xfrm>
            <a:off x="2667000" y="2378778"/>
            <a:ext cx="3810000" cy="599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219"/>
              </a:lnSpc>
              <a:buNone/>
            </a:pPr>
            <a:r>
              <a:rPr lang="ko-KR" altLang="en-US" sz="6000" b="1" kern="0" spc="-84">
                <a:solidFill>
                  <a:srgbClr val="C6FF3D"/>
                </a:solidFill>
                <a:latin typeface="Pretendard" pitchFamily="34" charset="0"/>
              </a:rPr>
              <a:t>시연</a:t>
            </a:r>
            <a:endParaRPr lang="en-US" sz="6000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55E91F66-ADB9-40E7-68F5-29E213003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75" y="4477194"/>
            <a:ext cx="600075" cy="6000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A365766-76CF-7DDF-208C-93167A87E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40" y="0"/>
            <a:ext cx="884171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515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82B42-0BD9-CFCC-D37B-4110B1770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">
            <a:extLst>
              <a:ext uri="{FF2B5EF4-FFF2-40B4-BE49-F238E27FC236}">
                <a16:creationId xmlns:a16="http://schemas.microsoft.com/office/drawing/2014/main" id="{566F0B43-84F2-864D-1EE7-6872800D09A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0"/>
          </a:solidFill>
          <a:ln/>
        </p:spPr>
      </p:sp>
      <p:sp>
        <p:nvSpPr>
          <p:cNvPr id="48" name="TextBox 68">
            <a:extLst>
              <a:ext uri="{FF2B5EF4-FFF2-40B4-BE49-F238E27FC236}">
                <a16:creationId xmlns:a16="http://schemas.microsoft.com/office/drawing/2014/main" id="{265EC733-31C5-C38F-EB8A-AA42FF8B63B0}"/>
              </a:ext>
            </a:extLst>
          </p:cNvPr>
          <p:cNvSpPr/>
          <p:nvPr/>
        </p:nvSpPr>
        <p:spPr>
          <a:xfrm>
            <a:off x="2667000" y="2378778"/>
            <a:ext cx="3810000" cy="599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219"/>
              </a:lnSpc>
              <a:buNone/>
            </a:pPr>
            <a:r>
              <a:rPr lang="ko-KR" altLang="en-US" sz="6000" b="1" kern="0" spc="-84">
                <a:solidFill>
                  <a:srgbClr val="C6FF3D"/>
                </a:solidFill>
                <a:latin typeface="Pretendard" pitchFamily="34" charset="0"/>
              </a:rPr>
              <a:t>시연</a:t>
            </a:r>
            <a:endParaRPr lang="en-US" sz="6000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CEC9A517-7D28-53EC-5632-48CFAF719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75" y="4477194"/>
            <a:ext cx="600075" cy="6000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6B0FC1E-A683-6A8E-C4AE-3B1D50C1E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40" y="0"/>
            <a:ext cx="8841719" cy="51435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7EFB072-8B7D-1770-04DB-E5C58E8291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785" y="0"/>
            <a:ext cx="7708428" cy="51435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B21B3D2-EA76-0246-BC2F-9CD859B161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1196" y="425190"/>
            <a:ext cx="1685379" cy="200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47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A7C5B-FF40-0767-7DBA-3B77C1D02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">
            <a:extLst>
              <a:ext uri="{FF2B5EF4-FFF2-40B4-BE49-F238E27FC236}">
                <a16:creationId xmlns:a16="http://schemas.microsoft.com/office/drawing/2014/main" id="{0F373D6B-C557-9B85-73E8-69C19904CEF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0"/>
          </a:solidFill>
          <a:ln/>
        </p:spPr>
      </p:sp>
      <p:sp>
        <p:nvSpPr>
          <p:cNvPr id="48" name="TextBox 68">
            <a:extLst>
              <a:ext uri="{FF2B5EF4-FFF2-40B4-BE49-F238E27FC236}">
                <a16:creationId xmlns:a16="http://schemas.microsoft.com/office/drawing/2014/main" id="{B15B8B36-FC22-9EFB-AD4B-F5C8681485FD}"/>
              </a:ext>
            </a:extLst>
          </p:cNvPr>
          <p:cNvSpPr/>
          <p:nvPr/>
        </p:nvSpPr>
        <p:spPr>
          <a:xfrm>
            <a:off x="2667000" y="2378778"/>
            <a:ext cx="3810000" cy="599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219"/>
              </a:lnSpc>
              <a:buNone/>
            </a:pPr>
            <a:r>
              <a:rPr lang="ko-KR" altLang="en-US" sz="6000" b="1" kern="0" spc="-84">
                <a:solidFill>
                  <a:srgbClr val="C6FF3D"/>
                </a:solidFill>
                <a:latin typeface="Pretendard" pitchFamily="34" charset="0"/>
              </a:rPr>
              <a:t>시연</a:t>
            </a:r>
            <a:endParaRPr lang="en-US" sz="6000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11C7B5CC-BA18-A160-EFBF-6FC3299A0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75" y="4477194"/>
            <a:ext cx="600075" cy="6000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8FC4420-E516-2F64-F5AF-285551FF2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40" y="0"/>
            <a:ext cx="8841719" cy="51435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F1ACFA0-06AB-0DDC-7086-1F543B46D2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785" y="0"/>
            <a:ext cx="7708428" cy="51435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BFF5CF4-1154-D949-7FF0-05B5D841DB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1196" y="425190"/>
            <a:ext cx="1685379" cy="200800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528BA63-C5CF-071F-14F5-70B48B1B0E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4" y="0"/>
            <a:ext cx="912767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240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7546E-CFF7-CB52-5C7C-286013068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">
            <a:extLst>
              <a:ext uri="{FF2B5EF4-FFF2-40B4-BE49-F238E27FC236}">
                <a16:creationId xmlns:a16="http://schemas.microsoft.com/office/drawing/2014/main" id="{FB619312-7338-7474-9AF9-F8B129F8631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0"/>
          </a:solidFill>
          <a:ln/>
        </p:spPr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5E21DFE-A7A9-2B8A-66F4-897DF27CC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450"/>
            <a:ext cx="91440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758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20BAB-FB49-B872-B044-E873FE492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">
            <a:extLst>
              <a:ext uri="{FF2B5EF4-FFF2-40B4-BE49-F238E27FC236}">
                <a16:creationId xmlns:a16="http://schemas.microsoft.com/office/drawing/2014/main" id="{344103D2-0AB9-1E5F-6D1D-725463F9FC3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0"/>
          </a:solidFill>
          <a:ln/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1EDE699-7DC1-0B86-F66B-A41DECA12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1CC3CF9-C84E-0C57-D7E6-38FAD9677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6775" y="4477194"/>
            <a:ext cx="6000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772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9816B-3D36-966C-53CD-D97999715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">
            <a:extLst>
              <a:ext uri="{FF2B5EF4-FFF2-40B4-BE49-F238E27FC236}">
                <a16:creationId xmlns:a16="http://schemas.microsoft.com/office/drawing/2014/main" id="{203230E5-A5E5-952D-B8BF-91BEF17E14A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0"/>
          </a:solidFill>
          <a:ln/>
        </p:spPr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21EBAB8-8802-9F8C-287D-D6BC1E27D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314"/>
            <a:ext cx="9144000" cy="501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456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94F02-DFAD-1594-FA59-91359224F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">
            <a:extLst>
              <a:ext uri="{FF2B5EF4-FFF2-40B4-BE49-F238E27FC236}">
                <a16:creationId xmlns:a16="http://schemas.microsoft.com/office/drawing/2014/main" id="{DA11BCB9-2237-572A-3373-59900390C68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0"/>
          </a:solidFill>
          <a:ln/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681DF5A-7B0F-652E-EEB1-DC378F65C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75" y="4477194"/>
            <a:ext cx="600075" cy="6000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EAAABC7-9C64-4B94-34B9-3DDE51BFAF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4815"/>
          <a:stretch>
            <a:fillRect/>
          </a:stretch>
        </p:blipFill>
        <p:spPr>
          <a:xfrm>
            <a:off x="2517948" y="450749"/>
            <a:ext cx="4108103" cy="424200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CC14758-3885-3DEE-916C-2106BAE160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1275" y="450749"/>
            <a:ext cx="866775" cy="45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412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7DE17-4DFF-77C0-DF0A-1F2807D70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">
            <a:extLst>
              <a:ext uri="{FF2B5EF4-FFF2-40B4-BE49-F238E27FC236}">
                <a16:creationId xmlns:a16="http://schemas.microsoft.com/office/drawing/2014/main" id="{87BB73B6-72DD-228B-07D4-8390C37A31B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0"/>
          </a:solidFill>
          <a:ln/>
        </p:spPr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069AB59B-6BC6-8FA3-EDBD-B1EED8814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75" y="4477194"/>
            <a:ext cx="600075" cy="600075"/>
          </a:xfrm>
          <a:prstGeom prst="rect">
            <a:avLst/>
          </a:prstGeom>
        </p:spPr>
      </p:pic>
      <p:sp>
        <p:nvSpPr>
          <p:cNvPr id="48" name="TextBox 68">
            <a:extLst>
              <a:ext uri="{FF2B5EF4-FFF2-40B4-BE49-F238E27FC236}">
                <a16:creationId xmlns:a16="http://schemas.microsoft.com/office/drawing/2014/main" id="{57D95417-CBE3-5F2A-7B38-6B8FD312973E}"/>
              </a:ext>
            </a:extLst>
          </p:cNvPr>
          <p:cNvSpPr/>
          <p:nvPr/>
        </p:nvSpPr>
        <p:spPr>
          <a:xfrm>
            <a:off x="2667000" y="2378778"/>
            <a:ext cx="3810000" cy="599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219"/>
              </a:lnSpc>
              <a:buNone/>
            </a:pPr>
            <a:r>
              <a:rPr lang="ko-KR" altLang="en-US" sz="6000" b="1" kern="0" spc="-84">
                <a:solidFill>
                  <a:srgbClr val="C6FF3D"/>
                </a:solidFill>
                <a:latin typeface="Pretendard" pitchFamily="34" charset="0"/>
              </a:rPr>
              <a:t>시연</a:t>
            </a:r>
            <a:endParaRPr lang="en-US" sz="6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48A0564-0F4F-C0A4-6661-D9DBD76333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5741"/>
          <a:stretch>
            <a:fillRect/>
          </a:stretch>
        </p:blipFill>
        <p:spPr>
          <a:xfrm>
            <a:off x="584576" y="469015"/>
            <a:ext cx="7974847" cy="381952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8FDFD03-AB76-BBE0-187D-74FB3BE42831}"/>
              </a:ext>
            </a:extLst>
          </p:cNvPr>
          <p:cNvSpPr/>
          <p:nvPr/>
        </p:nvSpPr>
        <p:spPr>
          <a:xfrm>
            <a:off x="1485900" y="785813"/>
            <a:ext cx="1071563" cy="37147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694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9B914-60F4-BEC8-BF98-E3FEABE28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">
            <a:extLst>
              <a:ext uri="{FF2B5EF4-FFF2-40B4-BE49-F238E27FC236}">
                <a16:creationId xmlns:a16="http://schemas.microsoft.com/office/drawing/2014/main" id="{F7D9D617-3C37-D909-E95D-5E830ABEAB6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0"/>
          </a:solidFill>
          <a:ln/>
        </p:spPr>
      </p:sp>
      <p:sp>
        <p:nvSpPr>
          <p:cNvPr id="48" name="TextBox 68">
            <a:extLst>
              <a:ext uri="{FF2B5EF4-FFF2-40B4-BE49-F238E27FC236}">
                <a16:creationId xmlns:a16="http://schemas.microsoft.com/office/drawing/2014/main" id="{77F4365C-4A01-20DE-7D60-C5646C74E42B}"/>
              </a:ext>
            </a:extLst>
          </p:cNvPr>
          <p:cNvSpPr/>
          <p:nvPr/>
        </p:nvSpPr>
        <p:spPr>
          <a:xfrm>
            <a:off x="2667000" y="2378778"/>
            <a:ext cx="3810000" cy="599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219"/>
              </a:lnSpc>
              <a:buNone/>
            </a:pPr>
            <a:r>
              <a:rPr lang="ko-KR" altLang="en-US" sz="6000" b="1" kern="0" spc="-84">
                <a:solidFill>
                  <a:srgbClr val="C6FF3D"/>
                </a:solidFill>
                <a:latin typeface="Pretendard" pitchFamily="34" charset="0"/>
              </a:rPr>
              <a:t>시연</a:t>
            </a:r>
            <a:endParaRPr lang="en-US" sz="6000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475A373-4BB8-978F-DD43-2FFC19019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75" y="4477194"/>
            <a:ext cx="600075" cy="6000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F54710C-97E5-039E-179A-3A7F66081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00" y="0"/>
            <a:ext cx="8974800" cy="51435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3752133-9F0C-CD74-30CF-0763B45AF660}"/>
              </a:ext>
            </a:extLst>
          </p:cNvPr>
          <p:cNvSpPr/>
          <p:nvPr/>
        </p:nvSpPr>
        <p:spPr>
          <a:xfrm>
            <a:off x="7796212" y="600075"/>
            <a:ext cx="1071563" cy="37147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A97B19-0F60-6209-543B-7C1B5CDF2BE0}"/>
              </a:ext>
            </a:extLst>
          </p:cNvPr>
          <p:cNvSpPr/>
          <p:nvPr/>
        </p:nvSpPr>
        <p:spPr>
          <a:xfrm>
            <a:off x="7796211" y="1228725"/>
            <a:ext cx="1071563" cy="37147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180869-6C2A-969D-5AE2-77E37E6E9C01}"/>
              </a:ext>
            </a:extLst>
          </p:cNvPr>
          <p:cNvSpPr/>
          <p:nvPr/>
        </p:nvSpPr>
        <p:spPr>
          <a:xfrm>
            <a:off x="7796212" y="1909762"/>
            <a:ext cx="1071563" cy="37147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953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221CA-6711-A6D9-C146-C8B6AF4E6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">
            <a:extLst>
              <a:ext uri="{FF2B5EF4-FFF2-40B4-BE49-F238E27FC236}">
                <a16:creationId xmlns:a16="http://schemas.microsoft.com/office/drawing/2014/main" id="{B51F18BF-E301-3C8A-BD7A-D77F2849038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0"/>
          </a:solidFill>
          <a:ln/>
        </p:spPr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E5D5288-E219-2DB7-ABBF-EDC31FF00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450"/>
            <a:ext cx="9144000" cy="48006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A697D93-3F5A-8695-C2CB-1E7B3414F1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52" y="93326"/>
            <a:ext cx="533446" cy="441998"/>
          </a:xfrm>
          <a:prstGeom prst="rect">
            <a:avLst/>
          </a:prstGeom>
        </p:spPr>
      </p:pic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4A4A0A0F-A7D9-D668-6192-1B66B88A19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4211840"/>
              </p:ext>
            </p:extLst>
          </p:nvPr>
        </p:nvGraphicFramePr>
        <p:xfrm>
          <a:off x="742950" y="93326"/>
          <a:ext cx="429611" cy="441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468075" imgH="3568552" progId="">
                  <p:embed/>
                </p:oleObj>
              </mc:Choice>
              <mc:Fallback>
                <p:oleObj r:id="rId5" imgW="3468075" imgH="3568552" progId="">
                  <p:embed/>
                  <p:pic>
                    <p:nvPicPr>
                      <p:cNvPr id="11" name="개체 10">
                        <a:extLst>
                          <a:ext uri="{FF2B5EF4-FFF2-40B4-BE49-F238E27FC236}">
                            <a16:creationId xmlns:a16="http://schemas.microsoft.com/office/drawing/2014/main" id="{7150387A-360B-671B-9764-39A12AFA64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2950" y="93326"/>
                        <a:ext cx="429611" cy="4419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3664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156</Words>
  <Application>Microsoft Office PowerPoint</Application>
  <PresentationFormat>화면 슬라이드 쇼(16:9)</PresentationFormat>
  <Paragraphs>72</Paragraphs>
  <Slides>22</Slides>
  <Notes>22</Notes>
  <HiddenSlides>0</HiddenSlides>
  <MMClips>0</MMClips>
  <ScaleCrop>false</ScaleCrop>
  <HeadingPairs>
    <vt:vector size="8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0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Pretendard</vt:lpstr>
      <vt:lpstr>SF Mono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민경 강</cp:lastModifiedBy>
  <cp:revision>4</cp:revision>
  <dcterms:created xsi:type="dcterms:W3CDTF">2026-10-16T02:06:29Z</dcterms:created>
  <dcterms:modified xsi:type="dcterms:W3CDTF">2026-10-16T04:24:35Z</dcterms:modified>
</cp:coreProperties>
</file>